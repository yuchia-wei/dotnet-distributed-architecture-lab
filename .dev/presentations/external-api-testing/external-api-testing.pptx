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16830ff30c4d7b" /><Relationship Type="http://schemas.openxmlformats.org/officeDocument/2006/relationships/extended-properties" Target="/docProps/app.xml" Id="Rd69628f6219140f2" /><Relationship Type="http://schemas.openxmlformats.org/officeDocument/2006/relationships/officeDocument" Target="/ppt/presentation.xml" Id="Ra5b3930b8f1447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e5ac3d7a7d4b10"/>
  </p:sldMasterIdLst>
  <p:notesMasterIdLst>
    <p:notesMasterId xmlns:r="http://schemas.openxmlformats.org/officeDocument/2006/relationships" r:id="Rfe6b5557276241ac"/>
  </p:notesMasterIdLst>
  <p:sldIdLst>
    <p:sldId xmlns:r="http://schemas.openxmlformats.org/officeDocument/2006/relationships" id="256" r:id="R2fb6458bbcbf44a1"/>
    <p:sldId xmlns:r="http://schemas.openxmlformats.org/officeDocument/2006/relationships" id="257" r:id="R10e2c3f844c049a7"/>
    <p:sldId xmlns:r="http://schemas.openxmlformats.org/officeDocument/2006/relationships" id="258" r:id="Rc455dab9d93e4d7c"/>
    <p:sldId xmlns:r="http://schemas.openxmlformats.org/officeDocument/2006/relationships" id="259" r:id="Rfc83a2e223704c67"/>
    <p:sldId xmlns:r="http://schemas.openxmlformats.org/officeDocument/2006/relationships" id="260" r:id="R708c3218cefd4ceb"/>
    <p:sldId xmlns:r="http://schemas.openxmlformats.org/officeDocument/2006/relationships" id="261" r:id="R2e1699dbb3784bbe"/>
    <p:sldId xmlns:r="http://schemas.openxmlformats.org/officeDocument/2006/relationships" id="262" r:id="R15b4d204b34b455f"/>
    <p:sldId xmlns:r="http://schemas.openxmlformats.org/officeDocument/2006/relationships" id="263" r:id="R1023d11f4bab49f2"/>
    <p:sldId xmlns:r="http://schemas.openxmlformats.org/officeDocument/2006/relationships" id="264" r:id="Rb137de1bcad54744"/>
    <p:sldId xmlns:r="http://schemas.openxmlformats.org/officeDocument/2006/relationships" id="265" r:id="R72f4f5e7c0e44bd2"/>
    <p:sldId xmlns:r="http://schemas.openxmlformats.org/officeDocument/2006/relationships" id="266" r:id="Rbb47fdb45f804991"/>
    <p:sldId xmlns:r="http://schemas.openxmlformats.org/officeDocument/2006/relationships" id="267" r:id="Ref56b90a10b04d0c"/>
    <p:sldId xmlns:r="http://schemas.openxmlformats.org/officeDocument/2006/relationships" id="268" r:id="R3cbba422a9b5478c"/>
    <p:sldId xmlns:r="http://schemas.openxmlformats.org/officeDocument/2006/relationships" id="269" r:id="Rec9a73bd536948e1"/>
    <p:sldId xmlns:r="http://schemas.openxmlformats.org/officeDocument/2006/relationships" id="270" r:id="Rb922850df4124a08"/>
    <p:sldId xmlns:r="http://schemas.openxmlformats.org/officeDocument/2006/relationships" id="271" r:id="Ra7c18bfb615c40cd"/>
    <p:sldId xmlns:r="http://schemas.openxmlformats.org/officeDocument/2006/relationships" id="272" r:id="Rb693eca43d664b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82857e459644ae" /><Relationship Type="http://schemas.openxmlformats.org/officeDocument/2006/relationships/slideMaster" Target="/ppt/slideMasters/slideMaster1.xml" Id="R6de5ac3d7a7d4b10" /><Relationship Type="http://schemas.openxmlformats.org/officeDocument/2006/relationships/notesMaster" Target="/ppt/notesMasters/notesMaster1.xml" Id="Rfe6b5557276241ac" /><Relationship Type="http://schemas.openxmlformats.org/officeDocument/2006/relationships/presProps" Target="/ppt/presProps.xml" Id="R1b0ad79a9ae64c58" /><Relationship Type="http://schemas.openxmlformats.org/officeDocument/2006/relationships/tableStyles" Target="/ppt/tableStyles.xml" Id="Rd4222663110a4d83" /><Relationship Type="http://schemas.openxmlformats.org/officeDocument/2006/relationships/slide" Target="/ppt/slides/slide1.xml" Id="R2fb6458bbcbf44a1" /><Relationship Type="http://schemas.openxmlformats.org/officeDocument/2006/relationships/slide" Target="/ppt/slides/slide2.xml" Id="R10e2c3f844c049a7" /><Relationship Type="http://schemas.openxmlformats.org/officeDocument/2006/relationships/slide" Target="/ppt/slides/slide3.xml" Id="Rc455dab9d93e4d7c" /><Relationship Type="http://schemas.openxmlformats.org/officeDocument/2006/relationships/slide" Target="/ppt/slides/slide4.xml" Id="Rfc83a2e223704c67" /><Relationship Type="http://schemas.openxmlformats.org/officeDocument/2006/relationships/slide" Target="/ppt/slides/slide5.xml" Id="R708c3218cefd4ceb" /><Relationship Type="http://schemas.openxmlformats.org/officeDocument/2006/relationships/slide" Target="/ppt/slides/slide6.xml" Id="R2e1699dbb3784bbe" /><Relationship Type="http://schemas.openxmlformats.org/officeDocument/2006/relationships/slide" Target="/ppt/slides/slide7.xml" Id="R15b4d204b34b455f" /><Relationship Type="http://schemas.openxmlformats.org/officeDocument/2006/relationships/slide" Target="/ppt/slides/slide8.xml" Id="R1023d11f4bab49f2" /><Relationship Type="http://schemas.openxmlformats.org/officeDocument/2006/relationships/slide" Target="/ppt/slides/slide9.xml" Id="Rb137de1bcad54744" /><Relationship Type="http://schemas.openxmlformats.org/officeDocument/2006/relationships/slide" Target="/ppt/slides/slide10.xml" Id="R72f4f5e7c0e44bd2" /><Relationship Type="http://schemas.openxmlformats.org/officeDocument/2006/relationships/slide" Target="/ppt/slides/slide11.xml" Id="Rbb47fdb45f804991" /><Relationship Type="http://schemas.openxmlformats.org/officeDocument/2006/relationships/slide" Target="/ppt/slides/slide12.xml" Id="Ref56b90a10b04d0c" /><Relationship Type="http://schemas.openxmlformats.org/officeDocument/2006/relationships/slide" Target="/ppt/slides/slide13.xml" Id="R3cbba422a9b5478c" /><Relationship Type="http://schemas.openxmlformats.org/officeDocument/2006/relationships/slide" Target="/ppt/slides/slide14.xml" Id="Rec9a73bd536948e1" /><Relationship Type="http://schemas.openxmlformats.org/officeDocument/2006/relationships/slide" Target="/ppt/slides/slide15.xml" Id="Rb922850df4124a08" /><Relationship Type="http://schemas.openxmlformats.org/officeDocument/2006/relationships/slide" Target="/ppt/slides/slide16.xml" Id="Ra7c18bfb615c40cd" /><Relationship Type="http://schemas.openxmlformats.org/officeDocument/2006/relationships/slide" Target="/ppt/slides/slide17.xml" Id="Rb693eca43d664b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c4493368f64a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4209ea9d314e83" /><Relationship Type="http://schemas.openxmlformats.org/officeDocument/2006/relationships/notesMaster" Target="/ppt/notesMasters/notesMaster1.xml" Id="Rf9aae071b6d442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6881618ce34951" /><Relationship Type="http://schemas.openxmlformats.org/officeDocument/2006/relationships/notesMaster" Target="/ppt/notesMasters/notesMaster1.xml" Id="Rffe64e1dbaf04f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4ed39a2d444570" /><Relationship Type="http://schemas.openxmlformats.org/officeDocument/2006/relationships/notesMaster" Target="/ppt/notesMasters/notesMaster1.xml" Id="R440f36d7f68a45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c8fac3b7cc466d" /><Relationship Type="http://schemas.openxmlformats.org/officeDocument/2006/relationships/notesMaster" Target="/ppt/notesMasters/notesMaster1.xml" Id="R762c5f4ca4c645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d3069e8cc24aef" /><Relationship Type="http://schemas.openxmlformats.org/officeDocument/2006/relationships/notesMaster" Target="/ppt/notesMasters/notesMaster1.xml" Id="Ra38f1084ea184f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66647a4df348a1" /><Relationship Type="http://schemas.openxmlformats.org/officeDocument/2006/relationships/notesMaster" Target="/ppt/notesMasters/notesMaster1.xml" Id="R319b7419924247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17d67f5dc24cf6" /><Relationship Type="http://schemas.openxmlformats.org/officeDocument/2006/relationships/notesMaster" Target="/ppt/notesMasters/notesMaster1.xml" Id="R78ea625dabbb48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3545201a9c4c9c" /><Relationship Type="http://schemas.openxmlformats.org/officeDocument/2006/relationships/notesMaster" Target="/ppt/notesMasters/notesMaster1.xml" Id="R014f10dcd20044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4036fc50a54067" /><Relationship Type="http://schemas.openxmlformats.org/officeDocument/2006/relationships/notesMaster" Target="/ppt/notesMasters/notesMaster1.xml" Id="Rdf2bf29459264c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1b9b8ea9304b47" /><Relationship Type="http://schemas.openxmlformats.org/officeDocument/2006/relationships/notesMaster" Target="/ppt/notesMasters/notesMaster1.xml" Id="Ra0cc45073e744d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1ef06c8e2a4454" /><Relationship Type="http://schemas.openxmlformats.org/officeDocument/2006/relationships/notesMaster" Target="/ppt/notesMasters/notesMaster1.xml" Id="R3dc938b8b6c74d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556ab9293c4f39" /><Relationship Type="http://schemas.openxmlformats.org/officeDocument/2006/relationships/notesMaster" Target="/ppt/notesMasters/notesMaster1.xml" Id="R9bfe3880bff04b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d278a3a992424f" /><Relationship Type="http://schemas.openxmlformats.org/officeDocument/2006/relationships/notesMaster" Target="/ppt/notesMasters/notesMaster1.xml" Id="Ra97ea272abc448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091389fba174955" /><Relationship Type="http://schemas.openxmlformats.org/officeDocument/2006/relationships/notesMaster" Target="/ppt/notesMasters/notesMaster1.xml" Id="R47e570f0fa644c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a2db3d989a4f38" /><Relationship Type="http://schemas.openxmlformats.org/officeDocument/2006/relationships/notesMaster" Target="/ppt/notesMasters/notesMaster1.xml" Id="Rca1b37fef27a45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bc264bdbac472a" /><Relationship Type="http://schemas.openxmlformats.org/officeDocument/2006/relationships/notesMaster" Target="/ppt/notesMasters/notesMaster1.xml" Id="R60eb9b55f0a244b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136f1429b4a4069" /><Relationship Type="http://schemas.openxmlformats.org/officeDocument/2006/relationships/notesMaster" Target="/ppt/notesMasters/notesMaster1.xml" Id="R67512368e4ab43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開場：以已實作的 localhost 實驗為例。先看入口與路由，再演示 mock、proxy、hybrid、逾時協調及真正收貨。</a:t>
            </a:r>
          </a:p>
          <a:p xmlns:a="http://schemas.openxmlformats.org/drawingml/2006/main">
            <a:r>
              <a:t>來源：.dev/operations/procurement-supplier-lab.md；.dev/operations/commerce-frontend.md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講者提示：以此頁的關係或狀態為主線口述。所有執行結果以當次讀回為準。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- .dev/operations/procurement-supplier-lab.md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講者提示：以此頁的關係或狀態為主線口述。所有執行結果以當次讀回為準。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- .dev/workflows/2026-09-26-procurement-supplier-lab/architecture.md</a:t>
            </a:r>
          </a:p>
          <a:p xmlns:a="http://schemas.openxmlformats.org/drawingml/2006/main">
            <a:r>
              <a:t>- .dev/workflows/2026-09-26-procurement-supplier-lab/specifications.md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講者提示：以此頁的關係或狀態為主線口述。所有執行結果以當次讀回為準。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- .dev/operations/commerce-frontend.md</a:t>
            </a:r>
          </a:p>
          <a:p xmlns:a="http://schemas.openxmlformats.org/drawingml/2006/main">
            <a:r>
              <a:t>- .dev/operations/procurement-supplier-lab.md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講者提示：以此頁的關係或狀態為主線口述。所有執行結果以當次讀回為準。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- .dev/operations/commerce-frontend.md</a:t>
            </a:r>
          </a:p>
          <a:p xmlns:a="http://schemas.openxmlformats.org/drawingml/2006/main">
            <a:r>
              <a:t>- .dev/operations/procurement-supplier-lab.md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講者提示：以此頁的關係或狀態為主線口述。所有執行結果以當次讀回為準。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- .dev/workflows/2026-09-26-procurement-supplier-lab/architecture.md</a:t>
            </a:r>
          </a:p>
          <a:p xmlns:a="http://schemas.openxmlformats.org/drawingml/2006/main">
            <a:r>
              <a:t>- .dev/operations/procurement-supplier-lab.md</a:t>
            </a:r>
          </a:p>
          <a:p xmlns:a="http://schemas.openxmlformats.org/drawingml/2006/main">
            <a:r>
              <a:t>- https://wiremock.org/dotnet/proxying/</a:t>
            </a:r>
          </a:p>
          <a:p xmlns:a="http://schemas.openxmlformats.org/drawingml/2006/main">
            <a:r>
              <a:t>- https://wiremock.org/dotnet/admin-api-reference/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講者提示：以此頁的關係或狀態為主線口述。所有執行結果以當次讀回為準。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- .dev/workflows/2026-09-26-procurement-supplier-lab/architecture.md</a:t>
            </a:r>
          </a:p>
          <a:p xmlns:a="http://schemas.openxmlformats.org/drawingml/2006/main">
            <a:r>
              <a:t>- .dev/operations/commerce-frontend.md</a:t>
            </a:r>
          </a:p>
          <a:p xmlns:a="http://schemas.openxmlformats.org/drawingml/2006/main">
            <a:r>
              <a:t>- https://microcks.io/documentation/explanations/dispatching/</a:t>
            </a:r>
          </a:p>
          <a:p xmlns:a="http://schemas.openxmlformats.org/drawingml/2006/main">
            <a:r>
              <a:t>- https://microcks.io/blog/new-proxy-features-1.9.1/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講者提示：以此頁的關係或狀態為主線口述。所有執行結果以當次讀回為準。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- .dev/operations/procurement-supplier-lab.md</a:t>
            </a:r>
          </a:p>
          <a:p xmlns:a="http://schemas.openxmlformats.org/drawingml/2006/main">
            <a:r>
              <a:t>- .dev/workflows/2026-09-26-procurement-supplier-lab/specifications.md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講者提示：以此頁的關係或狀態為主線口述。所有執行結果以當次讀回為準。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- .dev/workflows/2026-09-26-procurement-supplier-lab/specifications.md</a:t>
            </a:r>
          </a:p>
          <a:p xmlns:a="http://schemas.openxmlformats.org/drawingml/2006/main">
            <a:r>
              <a:t>- .dev/operations/procurement-supplier-lab.md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講者提示：以此頁的關係或狀態為主線口述。所有執行結果以當次讀回為準。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- .dev/workflows/2026-09-26-procurement-supplier-lab/architecture.md</a:t>
            </a:r>
          </a:p>
          <a:p xmlns:a="http://schemas.openxmlformats.org/drawingml/2006/main">
            <a:r>
              <a:t>- .dev/operations/procurement-supplier-lab.md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講者提示：以此頁的關係或狀態為主線口述。所有執行結果以當次讀回為準。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- .dev/workflows/2026-09-26-procurement-supplier-lab/architecture.md</a:t>
            </a:r>
          </a:p>
          <a:p xmlns:a="http://schemas.openxmlformats.org/drawingml/2006/main">
            <a:r>
              <a:t>- .dev/workflows/2026-09-26-procurement-supplier-lab/specifications.md</a:t>
            </a:r>
          </a:p>
          <a:p xmlns:a="http://schemas.openxmlformats.org/drawingml/2006/main">
            <a:r>
              <a:t>- .dev/operations/procurement-supplier-lab.md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講者提示：以此頁的關係或狀態為主線口述。所有執行結果以當次讀回為準。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- .dev/workflows/2026-09-26-procurement-supplier-lab/architecture.md</a:t>
            </a:r>
          </a:p>
          <a:p xmlns:a="http://schemas.openxmlformats.org/drawingml/2006/main">
            <a:r>
              <a:t>- .dev/workflows/2026-09-26-procurement-supplier-lab/specifications.md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講者提示：以此頁的關係或狀態為主線口述。所有執行結果以當次讀回為準。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- .dev/operations/procurement-supplier-lab.md</a:t>
            </a:r>
          </a:p>
          <a:p xmlns:a="http://schemas.openxmlformats.org/drawingml/2006/main">
            <a:r>
              <a:t>- .dev/operations/commerce-frontend.md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講者提示：以此頁的關係或狀態為主線口述。所有執行結果以當次讀回為準。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- .dev/operations/procurement-supplier-lab.md</a:t>
            </a:r>
          </a:p>
          <a:p xmlns:a="http://schemas.openxmlformats.org/drawingml/2006/main">
            <a:r>
              <a:t>- .dev/workflows/2026-09-26-procurement-supplier-lab/specifications.md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講者提示：以此頁的關係或狀態為主線口述。所有執行結果以當次讀回為準。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- .dev/operations/procurement-supplier-lab.md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講者提示：以此頁的關係或狀態為主線口述。所有執行結果以當次讀回為準。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- .dev/operations/procurement-supplier-lab.md</a:t>
            </a:r>
          </a:p>
          <a:p xmlns:a="http://schemas.openxmlformats.org/drawingml/2006/main">
            <a:r>
              <a:t>- .dev/operations/commerce-frontend.md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講者提示：以此頁的關係或狀態為主線口述。所有執行結果以當次讀回為準。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- .dev/operations/procurement-supplier-lab.md</a:t>
            </a:r>
          </a:p>
          <a:p xmlns:a="http://schemas.openxmlformats.org/drawingml/2006/main">
            <a:r>
              <a:t>- .dev/operations/commerce-frontend.md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4106b52e849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8b5bef5dbc49f3" /><Relationship Type="http://schemas.openxmlformats.org/officeDocument/2006/relationships/slideLayout" Target="/ppt/slideLayouts/slideLayout1.xml" Id="R4699d599ca0a42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99d599ca0a42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7c1afdcc84c11" /><Relationship Type="http://schemas.openxmlformats.org/officeDocument/2006/relationships/notesSlide" Target="/ppt/notesSlides/notesSlide1.xml" Id="R51e83cedf37246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40a2e3d07417f" /><Relationship Type="http://schemas.openxmlformats.org/officeDocument/2006/relationships/notesSlide" Target="/ppt/notesSlides/notesSlide2.xml" Id="R55a70509235349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a8542b581440a" /><Relationship Type="http://schemas.openxmlformats.org/officeDocument/2006/relationships/notesSlide" Target="/ppt/notesSlides/notesSlide3.xml" Id="R31e1864ea65443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281cb9ad1414f" /><Relationship Type="http://schemas.openxmlformats.org/officeDocument/2006/relationships/notesSlide" Target="/ppt/notesSlides/notesSlide4.xml" Id="R41d011f0455a42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10c67a86b4893" /><Relationship Type="http://schemas.openxmlformats.org/officeDocument/2006/relationships/notesSlide" Target="/ppt/notesSlides/notesSlide5.xml" Id="R48b95b16431f4a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47ea6ad384e0a" /><Relationship Type="http://schemas.openxmlformats.org/officeDocument/2006/relationships/notesSlide" Target="/ppt/notesSlides/notesSlide6.xml" Id="R9b8eb616651e4e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788db9f0f473b" /><Relationship Type="http://schemas.openxmlformats.org/officeDocument/2006/relationships/notesSlide" Target="/ppt/notesSlides/notesSlide7.xml" Id="R8f3d4044b1ff44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d05417f1c40eb" /><Relationship Type="http://schemas.openxmlformats.org/officeDocument/2006/relationships/notesSlide" Target="/ppt/notesSlides/notesSlide8.xml" Id="Ra3a7731fff9a46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6df3e0b3040ed" /><Relationship Type="http://schemas.openxmlformats.org/officeDocument/2006/relationships/notesSlide" Target="/ppt/notesSlides/notesSlide9.xml" Id="R969768e8567843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df45bb9a4416d" /><Relationship Type="http://schemas.openxmlformats.org/officeDocument/2006/relationships/notesSlide" Target="/ppt/notesSlides/notesSlide10.xml" Id="R593a3de7473548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03a0112e8410e" /><Relationship Type="http://schemas.openxmlformats.org/officeDocument/2006/relationships/notesSlide" Target="/ppt/notesSlides/notesSlide11.xml" Id="Rfbbe758ffa6542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0026da0d543a3" /><Relationship Type="http://schemas.openxmlformats.org/officeDocument/2006/relationships/notesSlide" Target="/ppt/notesSlides/notesSlide12.xml" Id="Rbb36cf5ce06e48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1370c2b994298" /><Relationship Type="http://schemas.openxmlformats.org/officeDocument/2006/relationships/notesSlide" Target="/ppt/notesSlides/notesSlide13.xml" Id="R457ce2ae12db49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276e92aaf4b0f" /><Relationship Type="http://schemas.openxmlformats.org/officeDocument/2006/relationships/notesSlide" Target="/ppt/notesSlides/notesSlide14.xml" Id="R5a1fddb77b6549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408fc7d2e4516" /><Relationship Type="http://schemas.openxmlformats.org/officeDocument/2006/relationships/notesSlide" Target="/ppt/notesSlides/notesSlide15.xml" Id="R22bb7ba01b6047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4aca3137c48b5" /><Relationship Type="http://schemas.openxmlformats.org/officeDocument/2006/relationships/notesSlide" Target="/ppt/notesSlides/notesSlide16.xml" Id="R5bfaa774352f4b9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38202b0494ba3" /><Relationship Type="http://schemas.openxmlformats.org/officeDocument/2006/relationships/notesSlide" Target="/ppt/notesSlides/notesSlide17.xml" Id="R0f53ec48b98e45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3D799-88BA-442B-A5C1-7809F9B3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85925"/>
            <a:ext cx="10763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外部 API 測試實驗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676B8-8B49-4DD5-8E85-F69CC220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670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WireMock.Net、Microcks 與採購收貨流程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EFF0B-D5EB-4F4E-9B05-2293B91B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87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4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36476"/>
                </a:solidFill>
                <a:latin typeface="Microsoft JhengHei"/>
                <a:ea typeface="Microsoft JhengHei"/>
                <a:cs typeface="Microsoft JhengHei"/>
              </a:rPr>
              <a:t>團隊導覽 · 約 20 分鐘</a:t>
            </a:r>
          </a:p>
        </p:txBody>
      </p:sp>
    </p:spTree>
    <p:extLst>
      <p:ext uri="{BB962C8B-B14F-4D97-AF65-F5344CB8AC3E}">
        <p14:creationId xmlns:p14="http://schemas.microsoft.com/office/powerpoint/2010/main" val="16541551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7CEF4-A9C8-4163-991F-536DA056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今天要回答的四件事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A63D5-CADE-4FCC-94CE-43A0002F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B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A0C09-D5AE-476F-8701-97524D29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服務在哪裡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BC488-866B-4A99-BEA8-C0ED0E7D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38300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前台、管理後台、採購 API 與兩套測試引擎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07A47-EE7B-4402-BA13-F0D9F266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318B1-D912-4DE1-8FE1-83041107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模式怎麼選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97AD4-7D48-4A8C-AF13-E9A55ED1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mock、proxy、hybrid 的行為與證據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03D4E-304E-4A4B-9878-5D8F9025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8C247-14FE-4A0C-9990-9C4E717A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失敗怎麼處理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D30F5-1F54-43CB-BAF8-655A7E13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提交後逾時，沿原供應商查證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A0C1B-CCB7-470C-B994-35E497D0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6CC02-69C5-497A-887C-D2ADAA15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庫存何時變動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D9B56-5F1F-45AA-8F47-1F305918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10100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登錄實際收貨後，由事件進 Inventory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BE45B-5A8F-45AE-A0BF-F26A61B8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0562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612EE-849D-4D16-8587-E2EB6D3A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測試引擎與業務轉接器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919A8-3AEA-4EE4-B44A-7BF7A4F9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B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8F386-9FA9-4E72-A8E5-42F25F43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測試引擎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FB4AF-FD30-4DA9-A51B-7CBFCFA9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4648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回應供應商 HTTP 契約</a:t>
            </a:r>
          </a:p>
          <a:p xmlns:a="http://schemas.openxmlformats.org/drawingml/2006/main">
            <a:pPr algn="l">
              <a:def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保留原生 mapping、dispatch 與 request 證據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341C5-8B23-46C7-BEF7-0D916A78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621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業務轉接器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D4936-0BA3-414B-9434-7FA95693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76500"/>
            <a:ext cx="4810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ISupplierGateway 由 Procurement 使用</a:t>
            </a:r>
          </a:p>
          <a:p xmlns:a="http://schemas.openxmlformats.org/drawingml/2006/main">
            <a:pPr algn="l">
              <a:def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核對身分、狀態與價格，記錄採購結果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E0EC1-1605-4695-8D44-605C70DC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62125"/>
            <a:ext cx="0" cy="3095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5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C28A6-4D5C-4688-9050-B64297E7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測試路由不決定採購單與庫存的業務規則。</a:t>
            </a:r>
          </a:p>
        </p:txBody>
      </p:sp>
    </p:spTree>
    <p:extLst>
      <p:ext uri="{BB962C8B-B14F-4D97-AF65-F5344CB8AC3E}">
        <p14:creationId xmlns:p14="http://schemas.microsoft.com/office/powerpoint/2010/main" val="575420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27680-9E2D-4748-AB2C-FF90C97C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本機服務拓撲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0BEB0-3939-4976-9647-82235288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B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08FD0-C4B2-42A7-AB7A-090D54CB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05000"/>
            <a:ext cx="20097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14288">
            <a:solidFill>
              <a:srgbClr val="176B57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瀏覽器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/web/  /admin/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A1D8C-8D09-4C18-9F08-ADDA8BB5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905000"/>
            <a:ext cx="2343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57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YARP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127.0.0.1:8888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323EA-F22A-4472-A445-1265F56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28800"/>
            <a:ext cx="2400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57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Procurement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F7C0B-C6E5-49BB-85BF-91C15160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38500"/>
            <a:ext cx="2400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57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管理控制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69BE4-F974-4A28-A897-E53BC7BB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762125"/>
            <a:ext cx="2085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14288">
            <a:solidFill>
              <a:srgbClr val="176B57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供應商路由</a:t>
            </a:r>
          </a:p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direct / wiremock / microcks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DAE7E-BBE3-4980-B58B-B37F9E09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257550"/>
            <a:ext cx="20859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57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Sandbox 與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原生測試引擎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705100" y="24098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57"/>
            </a:solidFill>
            <a:prstDash val="soli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5591175" y="2247900"/>
            <a:ext cx="914400" cy="161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B57"/>
            </a:solidFill>
            <a:prstDash val="solid"/>
          </a:ln>
        </p:spPr>
      </p:cxnSp>
      <p:cxnSp>
        <p:nvCxnSpPr>
          <p:cNvPr id="25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591175" y="2409825"/>
            <a:ext cx="914400" cy="1247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B57"/>
            </a:solidFill>
            <a:prstDash val="solid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905875" y="2247900"/>
            <a:ext cx="514350" cy="109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B57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905875" y="3657600"/>
            <a:ext cx="514350" cy="85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B57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6EDE3-D08E-423B-A8CC-A7EC82CF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43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4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36476"/>
                </a:solidFill>
                <a:latin typeface="Microsoft JhengHei"/>
                <a:ea typeface="Microsoft JhengHei"/>
                <a:cs typeface="Microsoft JhengHei"/>
              </a:rPr>
              <a:t>/api/products、/api/orders、/api/inventory 也由 YARP 提供同源入口。</a:t>
            </a:r>
          </a:p>
        </p:txBody>
      </p:sp>
    </p:spTree>
    <p:extLst>
      <p:ext uri="{BB962C8B-B14F-4D97-AF65-F5344CB8AC3E}">
        <p14:creationId xmlns:p14="http://schemas.microsoft.com/office/powerpoint/2010/main" val="1281525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1AB4B-1B47-44C1-B766-C163841E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操作入口與原生入口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29FF0-71AD-4979-8317-E064D1A7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B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49309-E456-4F21-B022-AA3A298F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90675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作業前台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F395D-0FAF-4B61-BA03-539CF7AA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90675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http://127.0.0.1:8888/web/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C5E9B-7DE5-497C-A70F-E7A51C24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D9A74-D10A-4F6F-88C1-F3E1E175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管理後台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D0DED-7154-4B18-AE5B-85063087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05075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http://127.0.0.1:8888/admin/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2949D-2CDF-4791-80CA-A13AD88B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2120D-C153-4D82-8773-11739E01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WireMock 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70437-699F-4895-A509-EFFDA0A5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19475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/api/admin/supplier-mock/control/*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5D12C-BCE7-4E18-869C-3573BCC5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5EE7F-50AB-4A10-BAB5-2A39C28D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Microcks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F64C0-341F-4720-81ED-22DF6834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33875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http://127.0.0.1:8184/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0BF2A-979E-4D1C-AF30-60D35F02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530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AA11F-BDDE-4871-84DA-B88CD995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10525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4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36476"/>
                </a:solidFill>
                <a:latin typeface="Microsoft JhengHei"/>
                <a:ea typeface="Microsoft JhengHei"/>
                <a:cs typeface="Microsoft JhengHei"/>
              </a:rPr>
              <a:t>目前是 localhost 實驗入口，沒有新增登入或角色授權。</a:t>
            </a:r>
          </a:p>
        </p:txBody>
      </p:sp>
    </p:spTree>
    <p:extLst>
      <p:ext uri="{BB962C8B-B14F-4D97-AF65-F5344CB8AC3E}">
        <p14:creationId xmlns:p14="http://schemas.microsoft.com/office/powerpoint/2010/main" val="21468941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921B0-CEC5-468C-B95F-87A79D53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WireMock.Net 的三種模式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C4C0C-2B2A-4BAB-8B88-E300305E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B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7B100-A0F5-4C74-AA68-12E24D05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43075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mock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4F934-6AFD-4279-9878-4DA4AE97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43075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支援路由使用本機範例，不打 Sandbox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AE561-39A3-479D-B1D9-5CB3750D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622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47AC3-2965-4F2E-9CC1-46C77C18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proxy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9C311-4D3D-4721-999E-3B13C3E4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0350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原生 proxy 將請求送往固定 Sandbox 上游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9270D-5E61-4949-B09E-EB9B292F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2AC40-6F10-4862-9BF8-7279033F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hybrid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768E5-4A07-4EE1-A618-DAE9106B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符合固定範例走 priority 1；其餘走 priority 10 proxy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E03F5-C408-41FF-B93A-25DC62EF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767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D4CE7-9311-4B02-B902-24D77180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1062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控制頁由本 repository 的 SupplierMock.WebApi 提供，並顯示 mapping 與 request journal。</a:t>
            </a:r>
          </a:p>
        </p:txBody>
      </p:sp>
    </p:spTree>
    <p:extLst>
      <p:ext uri="{BB962C8B-B14F-4D97-AF65-F5344CB8AC3E}">
        <p14:creationId xmlns:p14="http://schemas.microsoft.com/office/powerpoint/2010/main" val="15950696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4F342-641F-4E9D-8A5F-7350E7B9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Microcks 的派送邊界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B232C-99A2-4FEA-BD93-01C823BF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B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02296-8124-48D9-8BC6-32AC85DE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24025"/>
            <a:ext cx="428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96EC2-67D9-483C-AA40-A877C9E7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24025"/>
            <a:ext cx="1030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匯入 Supplier API 1.0.0 的 OpenAPI 範例與 dispatcher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6140B-A2CD-4188-9E2F-C7B025EF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52725"/>
            <a:ext cx="428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64618-A73B-42DD-AD78-5987D5E3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52725"/>
            <a:ext cx="1030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mock、proxy、hybrid 使用各自的受控 YAML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7E2EF-239C-4AD0-8244-F5EB4906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81425"/>
            <a:ext cx="428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26CBC-C9F8-4097-BA0B-1BADB0E1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81425"/>
            <a:ext cx="1030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PROXY_FALLBACK 處理已匯入 operation 的回應比對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972E9-381E-479E-BA26-7913938B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未知路徑不保證全域透傳；切換後仍要讀回原生狀態與請求來源。</a:t>
            </a:r>
          </a:p>
        </p:txBody>
      </p:sp>
    </p:spTree>
    <p:extLst>
      <p:ext uri="{BB962C8B-B14F-4D97-AF65-F5344CB8AC3E}">
        <p14:creationId xmlns:p14="http://schemas.microsoft.com/office/powerpoint/2010/main" val="466367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A39DC3-7780-4E0C-9743-70632AAC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報價查詢的模式與觀察點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505E7-B40C-465B-BA96-A1D1A30C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B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D5EC4-43FE-4DE7-9915-1CDB815C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模式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A01A7-6C07-4726-848D-DE5939A1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95450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回應來源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1DE16-4AF4-4406-8367-12BBF0DE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Sandbox request 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42CF2-42AA-4764-9E6C-152C6681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5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FD280-2A78-4C21-BCAE-1AC344B0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90775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mock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AAE1D-50D5-4F12-995E-4DAAD4B4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390775"/>
            <a:ext cx="41624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origin=wiremock / microcks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13A13-6BFD-4108-8725-DFECAFF9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90775"/>
            <a:ext cx="339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沒有新增上游請求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308F0-D3E3-4E7C-8DA7-4EF28744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845ED-F17B-44C2-AE79-40F15086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B1BA5-D636-463D-9379-8531B6B8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67100"/>
            <a:ext cx="41624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origin=sandbox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6DF2F-841F-4EC4-A1E8-C5602A86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339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對應 request 增加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1D308-B52B-41DC-9811-B4F8F5DC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A4ED4-DF53-465E-AD8E-6FEACE31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43425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hybrid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41DDC-0A9E-4F49-B3AD-CEF8C5D2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543425"/>
            <a:ext cx="41624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MOCK-001：範例</a:t>
            </a:r>
          </a:p>
          <a:p xmlns:a="http://schemas.openxmlformats.org/drawingml/2006/main">
            <a:pPr algn="l">
              <a:defRPr sz="1950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REAL-001：Sandbox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B5AFE-FF99-4EEB-954A-DE1561AE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43425"/>
            <a:ext cx="339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依 SKU 分流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38DA8-6146-49E9-9BA5-5358D113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959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E2979A-CA1D-44BF-B110-A0AD6E3E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74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36476"/>
                </a:solidFill>
                <a:latin typeface="Microsoft JhengHei"/>
                <a:ea typeface="Microsoft JhengHei"/>
                <a:cs typeface="Microsoft JhengHei"/>
              </a:rPr>
              <a:t>GET 報價無 clientRequestId；隔離操作並核對 SKU、origin 與 Sandbox 請求。</a:t>
            </a:r>
          </a:p>
        </p:txBody>
      </p:sp>
    </p:spTree>
    <p:extLst>
      <p:ext uri="{BB962C8B-B14F-4D97-AF65-F5344CB8AC3E}">
        <p14:creationId xmlns:p14="http://schemas.microsoft.com/office/powerpoint/2010/main" val="9875704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2FFFD-9758-4BED-8ADE-F158A704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固定範例需要完整身分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B42D0-9DF5-4A8B-A827-21E928FF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B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2B14C-8B9D-45DF-B5CE-FE02488B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24025"/>
            <a:ext cx="428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3A688-523B-4EC8-92FA-0EC02646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24025"/>
            <a:ext cx="1030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供應商 POST 含 clientRequestId、SKU、數量、價格與幣別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6838B-AF84-4ACC-B586-CCDB0100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33675"/>
            <a:ext cx="428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64B09-05D8-42E3-8197-71E8BD82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1030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固定 MOCK-001 範例只回應文件化的識別與內容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B85A7-B0F6-4B66-9EF0-A70C3E1F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43325"/>
            <a:ext cx="428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8B5A2-7696-4FE5-BF5D-F3891AED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43325"/>
            <a:ext cx="1030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欄位改動或巢狀誘餌不能冒用固定範例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B54A6-8B28-4F09-B47D-5FF71B5F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等值價格 100 與 100.00 可匹配；Sandbox 同 key 不同 payload 應衝突。</a:t>
            </a:r>
          </a:p>
        </p:txBody>
      </p:sp>
    </p:spTree>
    <p:extLst>
      <p:ext uri="{BB962C8B-B14F-4D97-AF65-F5344CB8AC3E}">
        <p14:creationId xmlns:p14="http://schemas.microsoft.com/office/powerpoint/2010/main" val="12968634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0D9763-7B23-47F2-BAE8-504D38B5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一次供應商請求的路徑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AC907-BF6C-4674-A707-015A2567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B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050B7-B575-4155-99DA-68D72336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09750"/>
            <a:ext cx="203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14288">
            <a:solidFill>
              <a:srgbClr val="176B57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操作員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F7685-0F3E-45DE-88DD-492445C9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28875"/>
            <a:ext cx="0" cy="3324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AD5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0D424-AD6D-469B-9F29-E22EAFDD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09750"/>
            <a:ext cx="203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14288">
            <a:solidFill>
              <a:srgbClr val="176B57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Procurement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5DA64-176D-4F76-AF56-C5594AA2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28875"/>
            <a:ext cx="0" cy="3324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AD5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B0ECA-56D1-4CCA-8D3D-B1996DD4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809750"/>
            <a:ext cx="203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14288">
            <a:solidFill>
              <a:srgbClr val="176B57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Mock 引擎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3CD5F-1347-4DF2-8766-29795280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28875"/>
            <a:ext cx="0" cy="3324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AD5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0797C-9F62-4FE2-BFA1-BC3DCB9D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09750"/>
            <a:ext cx="203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14288">
            <a:solidFill>
              <a:srgbClr val="176B57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Sandbox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68F45-A9B9-43E9-B011-0EB96F42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28875"/>
            <a:ext cx="0" cy="3324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AD5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5CE4C-FC58-4B37-9F29-418AE650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9051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7C2A5-8917-49A2-9CDC-69661008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051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8" name=""/>
          <p:cNvCxnSpPr>
            <a:stCxn xmlns:a="http://schemas.openxmlformats.org/drawingml/2006/main" id="11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1762125" y="2914650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B57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7977B-4CBD-430F-BCB2-0687BB59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479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選 provider 與 SKU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DA503-FDA4-4C97-B2A2-F7076914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4290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21DEF-A6AD-4781-88C8-3F298CC0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290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2" name=""/>
          <p:cNvCxnSpPr>
            <a:stCxn xmlns:a="http://schemas.openxmlformats.org/drawingml/2006/main" id="15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4429125" y="3438525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B57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AEBDC-F2E7-4FB8-946D-E1720814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718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送供應商 HTTP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67B32B-2226-43A0-A221-2467A4AF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528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5A8B0-EB56-4E4F-8EB9-1CA152AC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9528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6" name=""/>
          <p:cNvCxnSpPr>
            <a:stCxn xmlns:a="http://schemas.openxmlformats.org/drawingml/2006/main" id="19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>
            <a:off x="7096125" y="3962400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B57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8A7B0-1F94-49FB-B761-9895A3D0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956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需要透傳時送上游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C059B5-E185-46CA-9846-9E900202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4767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4D7EAA-4B4D-453D-B626-1DE7B672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4767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0" name=""/>
          <p:cNvCxnSpPr>
            <a:stCxn xmlns:a="http://schemas.openxmlformats.org/drawingml/2006/main" id="23" idx="2"/>
            <a:endCxn xmlns:a="http://schemas.openxmlformats.org/drawingml/2006/main" id="24" idx="6"/>
          </p:cNvCxnSpPr>
          <p:nvPr/>
        </p:nvCxnSpPr>
        <p:spPr>
          <a:xfrm xmlns:a="http://schemas.openxmlformats.org/drawingml/2006/main" flipH="1">
            <a:off x="7096125" y="4486275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B57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5CE3BD-0651-475A-A035-2C0037F1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95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回應 origin=sandbox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9D2C44-9BD3-4CB5-857F-BD82A4E7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0006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D3C95E-C10F-49DD-BB5B-0617509E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006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4" name=""/>
          <p:cNvCxnSpPr>
            <a:stCxn xmlns:a="http://schemas.openxmlformats.org/drawingml/2006/main" id="27" idx="2"/>
            <a:endCxn xmlns:a="http://schemas.openxmlformats.org/drawingml/2006/main" id="28" idx="6"/>
          </p:cNvCxnSpPr>
          <p:nvPr/>
        </p:nvCxnSpPr>
        <p:spPr>
          <a:xfrm xmlns:a="http://schemas.openxmlformats.org/drawingml/2006/main" flipH="1">
            <a:off x="4429125" y="5010150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B57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9886A7-66E9-4C63-B38F-57BD20EC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434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回傳供應商回應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C3719C-2414-4FDD-8613-17F53BF0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5245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98F636-1C3F-4E40-A669-7966DB59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5245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8" name=""/>
          <p:cNvCxnSpPr>
            <a:stCxn xmlns:a="http://schemas.openxmlformats.org/drawingml/2006/main" id="31" idx="2"/>
            <a:endCxn xmlns:a="http://schemas.openxmlformats.org/drawingml/2006/main" id="32" idx="6"/>
          </p:cNvCxnSpPr>
          <p:nvPr/>
        </p:nvCxnSpPr>
        <p:spPr>
          <a:xfrm xmlns:a="http://schemas.openxmlformats.org/drawingml/2006/main" flipH="1">
            <a:off x="1762125" y="5534025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B57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37B592-3727-4501-9DDF-25E5BE62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673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回傳採購結果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F0B873-3E3D-49D2-B7AC-35D0BDD5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36476"/>
                </a:solidFill>
                <a:latin typeface="Microsoft JhengHei"/>
                <a:ea typeface="Microsoft JhengHei"/>
                <a:cs typeface="Microsoft JhengHei"/>
              </a:rPr>
              <a:t>request journal 另由控制 API 查詢；Microcks hybrid 回退限已匯入 operation。</a:t>
            </a:r>
          </a:p>
        </p:txBody>
      </p:sp>
    </p:spTree>
    <p:extLst>
      <p:ext uri="{BB962C8B-B14F-4D97-AF65-F5344CB8AC3E}">
        <p14:creationId xmlns:p14="http://schemas.microsoft.com/office/powerpoint/2010/main" val="3985041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1B763-23C5-43A5-B714-A91C8C52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提交後逾時的協調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05017-766A-4ED2-8FAF-9127F675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B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F61AE-B892-4BD3-8883-5FCE06B1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先保存識別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C9E3A-22AE-4C63-987D-7794F61F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09725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Procurement 先持久化 clientRequestId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1E478-1AB2-4566-9C6D-B4FF8D5D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1CC5B-F57C-4C53-90CA-E323553D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供應商可能已提交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FA1A7-2D5F-4A24-83E9-79BBFB31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Sandbox 可在寫入後延遲，呼叫端逾時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7A9C8-530D-40EE-887F-E69F2995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7E32E-A96F-4784-8793-3AC42009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33775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以原識別查詢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23D77-8D71-4FA6-86B3-6A1EA5BF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33775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reconcile 對原 provider 執行 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E28E3-CD7C-45DF-B151-B6E54BFC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CC1B6-291A-4DFA-B15D-9A685DC2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結果仍未知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40F2F-A31D-4F67-A36E-0AFB7027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95800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保留 SubmissionUnknown；用同 key 明確重試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F8547-2CBC-48EE-99E0-BE6AE6B0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20855A-D415-49D6-9987-828B7B6B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逾時不能證明失敗，也不能觸發新的採購識別。</a:t>
            </a:r>
          </a:p>
        </p:txBody>
      </p:sp>
    </p:spTree>
    <p:extLst>
      <p:ext uri="{BB962C8B-B14F-4D97-AF65-F5344CB8AC3E}">
        <p14:creationId xmlns:p14="http://schemas.microsoft.com/office/powerpoint/2010/main" val="19316741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FD3C2-5ACF-401F-99DB-9D555AD3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真正入庫的事件路徑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D8FCF-DE76-471C-B4B1-6AB96515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B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44B56-192F-4DB5-A5DB-2C3AE2B2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189547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57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Accepted</a:t>
            </a:r>
          </a:p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採購單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7B7F3-9BFB-485E-B79E-05647688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05050"/>
            <a:ext cx="189547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57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登錄</a:t>
            </a:r>
          </a:p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ReceiptId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B5F89-5D97-4EA6-8388-A7EE4886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7908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D1D12-2E6B-4684-9221-0C08F965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05050"/>
            <a:ext cx="189547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57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Procurement outbox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Wolverine 持久交接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2FACB-70D3-4B76-AB0E-DA55BB89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908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807F6-7E09-4B44-ACD4-809C5CE1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05050"/>
            <a:ext cx="189547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B57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Kafka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6F757-CF80-45A6-BA10-9B6E8BD6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7908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B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0E18F-2B60-438A-BD6E-4A552A42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05050"/>
            <a:ext cx="189547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F"/>
          </a:solidFill>
          <a:ln xmlns:a="http://schemas.openxmlformats.org/drawingml/2006/main" w="14288">
            <a:solidFill>
              <a:srgbClr val="176B57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Inventory</a:t>
            </a:r>
          </a:p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收貨去重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A9401-84A4-4D23-B392-F3ED580F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908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B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B87EC-E19D-444C-9D85-BD6027DC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108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接受採購單時，庫存維持原值。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33DA2-4693-4F36-BDC5-20411A46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8108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實際收貨後，同一 ReceiptId 重播只返回原結果。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2BC5B-A115-45AF-898A-45EBF23F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4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36476"/>
                </a:solidFill>
                <a:latin typeface="Microsoft JhengHei"/>
                <a:ea typeface="Microsoft JhengHei"/>
                <a:cs typeface="Microsoft JhengHei"/>
              </a:rPr>
              <a:t>outbox 的 published_at 僅代表持久交接；Inventory 用 ReceiptId 保護單次庫存效果。</a:t>
            </a:r>
          </a:p>
        </p:txBody>
      </p:sp>
    </p:spTree>
    <p:extLst>
      <p:ext uri="{BB962C8B-B14F-4D97-AF65-F5344CB8AC3E}">
        <p14:creationId xmlns:p14="http://schemas.microsoft.com/office/powerpoint/2010/main" val="20747497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CE422-B1DE-4A88-9424-5687EB85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示範一：確認 mock 與 proxy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E2C0E-907B-4A5E-8CA2-7973BA0B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B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C756B-12CA-4AD0-B184-1CFA76BF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28775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準備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0CF6C-8CBE-4071-B3D1-2DE98942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28775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開 /admin/ 整合工具，記下 request journal 基線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4BCEB-7684-43A0-BA6C-3B10578E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479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523BF-3C95-48F4-90E8-F86D6429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mock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BEF48-04E3-40B7-878C-627395CF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查 MOCK-001；看 mock origin、Sandbox 不增加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14C3F-2D93-4541-857F-1B757A2F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AECD8-A19C-4328-93F4-41E968B5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29025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proxy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108E6-DEFC-4963-8BC7-29143748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29025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查 REAL-001；看 sandbox origin、上游請求增加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D2DC0-B9A9-49DC-8078-92AA7C5A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481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189B0-EEDC-4350-B339-3850840E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hybrid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8BDC0-A05A-4F68-8B82-7C42B42F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29150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兩個 SKU 各查一次，對照兩種來源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71872-1CA8-4686-8F30-2C751C26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50E4D-B992-4898-BEBF-ED46F5BD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1047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4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36476"/>
                </a:solidFill>
                <a:latin typeface="Microsoft JhengHei"/>
                <a:ea typeface="Microsoft JhengHei"/>
                <a:cs typeface="Microsoft JhengHei"/>
              </a:rPr>
              <a:t>每次切換先讀回 effective mode，再隔離查詢並核對 origin 與 Sandbox 請求。</a:t>
            </a:r>
          </a:p>
        </p:txBody>
      </p:sp>
    </p:spTree>
    <p:extLst>
      <p:ext uri="{BB962C8B-B14F-4D97-AF65-F5344CB8AC3E}">
        <p14:creationId xmlns:p14="http://schemas.microsoft.com/office/powerpoint/2010/main" val="8551468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D3073-03C5-4608-A9FD-90983974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示範二：提交後逾時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8272D-A6DE-4E97-BC4B-DBE05812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B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82F8B-07BC-4EFD-A292-B4357911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428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4A4EC-405E-481D-8020-D2F50880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14500"/>
            <a:ext cx="1030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設定 Sandbox 的 delayAfterCommitMs，送出固定 clientRequestId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8AADD-0A96-4967-93AD-D13B60CB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33675"/>
            <a:ext cx="428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0623F-7C74-4B3B-8E96-586AFBFE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1030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看到 SubmissionUnknown 時，讀取 Sandbox 訂單與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ECF81-270B-4EBA-9584-E201D140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428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8BD03-ECCA-4F80-A903-7971C232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1030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呼叫採購單 reconcile，查原 provider 的同一識別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7778A-2402-41AC-8395-D5FCA74C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核對：供應商只有一筆訂單，未收貨前 Inventory 沒有增加。</a:t>
            </a:r>
          </a:p>
        </p:txBody>
      </p:sp>
    </p:spTree>
    <p:extLst>
      <p:ext uri="{BB962C8B-B14F-4D97-AF65-F5344CB8AC3E}">
        <p14:creationId xmlns:p14="http://schemas.microsoft.com/office/powerpoint/2010/main" val="4263615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57AD5-2ED9-485E-8ACF-506CAA0E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示範三：分批收貨與重播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92697-30E3-43E2-B241-5550B38B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B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87BE4-FF48-4BFE-8980-DB37BD82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28775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起點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AC580-D1FC-4AF3-8C6F-0E63015B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28775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已存在 ProductId，Inventory stock =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CFEF3-159A-4520-885C-6977DDBB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479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A2C57-91EF-4663-8A80-B6BE92A9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收貨 6 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BBE9B-70DF-466D-BCB5-3BD03F0B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新 ReceiptId：觀察 stock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1094D-F4B1-4E59-BF9E-7E265781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E2BF0-5381-435F-AC73-B5E9E5B5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29025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收貨 4 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CFC69-3AE6-469D-87CD-72696748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29025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另一 ReceiptId：觀察 stock 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2876A-0F9E-4B34-AEC9-5819B874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481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A3E9F-BE52-43B3-8419-B0CFCC0C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重播第一筆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1C6A4-A9EC-46B4-86F7-1E6DF5C6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29150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同 ReceiptId 同內容：created=false，stock 不再增加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C61AF-C877-4581-9948-9AB6925C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7C5DC-212E-43CC-B45E-44796524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4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36476"/>
                </a:solidFill>
                <a:latin typeface="Microsoft JhengHei"/>
                <a:ea typeface="Microsoft JhengHei"/>
                <a:cs typeface="Microsoft JhengHei"/>
              </a:rPr>
              <a:t>20、26、30 是文件情境；執行前先核對實際起始庫存。</a:t>
            </a:r>
          </a:p>
        </p:txBody>
      </p:sp>
    </p:spTree>
    <p:extLst>
      <p:ext uri="{BB962C8B-B14F-4D97-AF65-F5344CB8AC3E}">
        <p14:creationId xmlns:p14="http://schemas.microsoft.com/office/powerpoint/2010/main" val="11810347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B57F4-0FC6-46C8-A91B-28899A24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可重現測試與證據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0F46E-A38C-4462-94EB-62B01AA1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B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81DDA-0B6F-41F4-8B13-68A1022E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24025"/>
            <a:ext cx="428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87042-4665-4AA6-93B1-D92F0148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24025"/>
            <a:ext cx="1030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日常與 CI 可先跑 mock-only，固定契約與範例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24327-A767-4380-8F5A-C4096A65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428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F5406-BA15-4C8F-9F59-1D8BD901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1030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proxy/hybrid 驗證保存 origin 與兩邊 request 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E3C6E-19D4-4CC4-AE43-764B2EFD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428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BCEC9-4110-4E1C-9229-7F08B197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1030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收貨驗收另看 PostgreSQL、outbox、Kafka、Inventory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28F70-9BD4-432C-8ED4-354C6A07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外部整合測試為 opt-in。跳過、Compose 合成與實際服務驗收是不同證據。</a:t>
            </a:r>
          </a:p>
        </p:txBody>
      </p:sp>
    </p:spTree>
    <p:extLst>
      <p:ext uri="{BB962C8B-B14F-4D97-AF65-F5344CB8AC3E}">
        <p14:creationId xmlns:p14="http://schemas.microsoft.com/office/powerpoint/2010/main" val="9230024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A28ED-3084-4308-BBB2-32DED90A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團隊操作的判斷順序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AF1E1-6C77-49A0-8C9B-95414B1B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6B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F85E5-1066-49B1-B4C7-3CB08F7B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模式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A5F13-DDC8-4210-A471-A52525B0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95450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讀回引擎的有效設定與 mapping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C4F16-0ABD-4AF9-89D5-036069E8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330B6-C003-4E86-A529-667EA016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F0255-B89F-406F-A4BD-11CF236C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比對 response origin 與 Sandbox 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B78DA-5415-4C4E-A677-427150DB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AA821-3423-4B33-AA5D-78FBA3E9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身分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98750-6D1B-430E-831C-F7ED94A7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用同一 clientRequestId 協調未知提交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4FAEA-5A7B-4789-83C0-51779CA7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471E6-6403-4FA7-9499-350563D9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2828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76B57"/>
                </a:solidFill>
                <a:latin typeface="Microsoft JhengHei"/>
                <a:ea typeface="Microsoft JhengHei"/>
                <a:cs typeface="Microsoft JhengHei"/>
              </a:rPr>
              <a:t>庫存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EF8BA-4B80-4D31-AE82-C3095ED7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81550"/>
            <a:ext cx="7677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73346"/>
                </a:solidFill>
                <a:latin typeface="Microsoft JhengHei"/>
                <a:ea typeface="Microsoft JhengHei"/>
                <a:cs typeface="Microsoft JhengHei"/>
              </a:rPr>
              <a:t>只在 ReceiptId 進 Inventory 後確認增加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608A2-248D-4662-BD46-2FBBE5F0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5D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9129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2026-09-28T15:28:16.6490000Z</dcterms:created>
  <dcterms:modified xsi:type="dcterms:W3CDTF">2026-09-28T15:28:16.6490000Z</dcterms:modified>
</coreProperties>
</file>